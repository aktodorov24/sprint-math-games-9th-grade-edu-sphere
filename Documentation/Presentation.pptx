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02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6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058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84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69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90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793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8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1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976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6D9C-4D83-4D4F-BDD9-AD96C6A897D7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29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16D9C-4D83-4D4F-BDD9-AD96C6A897D7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24449-E02E-4FB3-9917-BE1AB8FE2A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58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92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284"/>
            <a:ext cx="12192000" cy="687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04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20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Картина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603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86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137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302" y="0"/>
            <a:ext cx="122286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860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Картина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666"/>
            <a:ext cx="12183719" cy="686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8380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Широк екран</PresentationFormat>
  <Paragraphs>0</Paragraphs>
  <Slides>7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на Office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PC</dc:creator>
  <cp:lastModifiedBy>Gogo dinkov</cp:lastModifiedBy>
  <cp:revision>3</cp:revision>
  <dcterms:created xsi:type="dcterms:W3CDTF">2025-12-07T14:17:37Z</dcterms:created>
  <dcterms:modified xsi:type="dcterms:W3CDTF">2026-03-18T19:45:19Z</dcterms:modified>
</cp:coreProperties>
</file>