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Заглавен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3" name="Подзаглавие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bg-BG" smtClean="0"/>
              <a:t>Щракнете, за да редактирате стила на подзаглавието в образеца</a:t>
            </a:r>
            <a:endParaRPr lang="en-US"/>
          </a:p>
        </p:txBody>
      </p:sp>
      <p:sp>
        <p:nvSpPr>
          <p:cNvPr id="4" name="Контейнер за 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6D9C-4D83-4D4F-BDD9-AD96C6A897D7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Контейнер за долния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Контейнер за номер на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24449-E02E-4FB3-9917-BE1AB8FE2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202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лавие и съдържа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3" name="Контейнер за съдържани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bg-BG" smtClean="0"/>
              <a:t>Редактиране на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/>
          </a:p>
        </p:txBody>
      </p:sp>
      <p:sp>
        <p:nvSpPr>
          <p:cNvPr id="4" name="Контейнер за 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6D9C-4D83-4D4F-BDD9-AD96C6A897D7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Контейнер за долния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Контейнер за номер на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24449-E02E-4FB3-9917-BE1AB8FE2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4684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лавка на секц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3" name="Текстов контейне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bg-BG" smtClean="0"/>
              <a:t>Редактиране на стиловете на текста в образеца</a:t>
            </a:r>
          </a:p>
        </p:txBody>
      </p:sp>
      <p:sp>
        <p:nvSpPr>
          <p:cNvPr id="4" name="Контейнер за 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6D9C-4D83-4D4F-BDD9-AD96C6A897D7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Контейнер за долния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Контейнер за номер на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24449-E02E-4FB3-9917-BE1AB8FE2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058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е съдържан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3" name="Контейнер за съдържание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bg-BG" smtClean="0"/>
              <a:t>Редактиране на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/>
          </a:p>
        </p:txBody>
      </p:sp>
      <p:sp>
        <p:nvSpPr>
          <p:cNvPr id="4" name="Контейнер за съдържание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bg-BG" smtClean="0"/>
              <a:t>Редактиране на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/>
          </a:p>
        </p:txBody>
      </p:sp>
      <p:sp>
        <p:nvSpPr>
          <p:cNvPr id="5" name="Контейнер за 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6D9C-4D83-4D4F-BDD9-AD96C6A897D7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Контейнер за долния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Контейнер за номер на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24449-E02E-4FB3-9917-BE1AB8FE2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849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3" name="Текстов контейне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bg-BG" smtClean="0"/>
              <a:t>Редактиране на стиловете на текста в образеца</a:t>
            </a:r>
          </a:p>
        </p:txBody>
      </p:sp>
      <p:sp>
        <p:nvSpPr>
          <p:cNvPr id="4" name="Контейнер за съдържание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bg-BG" smtClean="0"/>
              <a:t>Редактиране на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/>
          </a:p>
        </p:txBody>
      </p:sp>
      <p:sp>
        <p:nvSpPr>
          <p:cNvPr id="5" name="Текстов контейне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bg-BG" smtClean="0"/>
              <a:t>Редактиране на стиловете на текста в образеца</a:t>
            </a:r>
          </a:p>
        </p:txBody>
      </p:sp>
      <p:sp>
        <p:nvSpPr>
          <p:cNvPr id="6" name="Контейнер за съдържание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bg-BG" smtClean="0"/>
              <a:t>Редактиране на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/>
          </a:p>
        </p:txBody>
      </p:sp>
      <p:sp>
        <p:nvSpPr>
          <p:cNvPr id="7" name="Контейнер за 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6D9C-4D83-4D4F-BDD9-AD96C6A897D7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8" name="Контейнер за долния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Контейнер за номер на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24449-E02E-4FB3-9917-BE1AB8FE2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869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Само заглав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3" name="Контейнер за 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6D9C-4D83-4D4F-BDD9-AD96C6A897D7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4" name="Контейнер за долния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Контейнер за номер на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24449-E02E-4FB3-9917-BE1AB8FE2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990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разе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6D9C-4D83-4D4F-BDD9-AD96C6A897D7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3" name="Контейнер за долния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Контейнер за номер на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24449-E02E-4FB3-9917-BE1AB8FE2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793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Съдържание с на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3" name="Контейнер за съдържание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bg-BG" smtClean="0"/>
              <a:t>Редактиране на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/>
          </a:p>
        </p:txBody>
      </p:sp>
      <p:sp>
        <p:nvSpPr>
          <p:cNvPr id="4" name="Текстов контейне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bg-BG" smtClean="0"/>
              <a:t>Редактиране на стиловете на текста в образеца</a:t>
            </a:r>
          </a:p>
        </p:txBody>
      </p:sp>
      <p:sp>
        <p:nvSpPr>
          <p:cNvPr id="5" name="Контейнер за 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6D9C-4D83-4D4F-BDD9-AD96C6A897D7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Контейнер за долния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Контейнер за номер на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24449-E02E-4FB3-9917-BE1AB8FE2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786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Картина с на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3" name="Контейнер за картина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ов контейне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bg-BG" smtClean="0"/>
              <a:t>Редактиране на стиловете на текста в образеца</a:t>
            </a:r>
          </a:p>
        </p:txBody>
      </p:sp>
      <p:sp>
        <p:nvSpPr>
          <p:cNvPr id="5" name="Контейнер за 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6D9C-4D83-4D4F-BDD9-AD96C6A897D7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6" name="Контейнер за долния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Контейнер за номер на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24449-E02E-4FB3-9917-BE1AB8FE2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112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лавие и вертикален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лавие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3" name="Контейнер за вертикален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bg-BG" smtClean="0"/>
              <a:t>Редактиране на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/>
          </a:p>
        </p:txBody>
      </p:sp>
      <p:sp>
        <p:nvSpPr>
          <p:cNvPr id="4" name="Контейнер за 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6D9C-4D83-4D4F-BDD9-AD96C6A897D7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Контейнер за долния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Контейнер за номер на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24449-E02E-4FB3-9917-BE1AB8FE2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976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но заглавие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но заглавие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3" name="Контейнер за вертикален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bg-BG" smtClean="0"/>
              <a:t>Редактиране на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/>
          </a:p>
        </p:txBody>
      </p:sp>
      <p:sp>
        <p:nvSpPr>
          <p:cNvPr id="4" name="Контейнер за 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6D9C-4D83-4D4F-BDD9-AD96C6A897D7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Контейнер за долния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Контейнер за номер на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24449-E02E-4FB3-9917-BE1AB8FE2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029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заглавие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3" name="Текстов контейне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bg-BG" smtClean="0"/>
              <a:t>Редактиране на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/>
          </a:p>
        </p:txBody>
      </p:sp>
      <p:sp>
        <p:nvSpPr>
          <p:cNvPr id="4" name="Контейнер за 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016D9C-4D83-4D4F-BDD9-AD96C6A897D7}" type="datetimeFigureOut">
              <a:rPr lang="en-US" smtClean="0"/>
              <a:t>3/18/2026</a:t>
            </a:fld>
            <a:endParaRPr lang="en-US"/>
          </a:p>
        </p:txBody>
      </p:sp>
      <p:sp>
        <p:nvSpPr>
          <p:cNvPr id="5" name="Контейнер за долния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Контейнер за номер на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624449-E02E-4FB3-9917-BE1AB8FE2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5583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Картина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62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5923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Картина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-19283"/>
            <a:ext cx="12192000" cy="6877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048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Картина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49202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Картина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6036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Картина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186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1379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Картина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302" y="0"/>
            <a:ext cx="1222860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8600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Картина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666"/>
            <a:ext cx="12183719" cy="6862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838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на Office">
  <a:themeElements>
    <a:clrScheme name="О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О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О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0</Words>
  <Application>Microsoft Office PowerPoint</Application>
  <PresentationFormat>Широк екран</PresentationFormat>
  <Paragraphs>0</Paragraphs>
  <Slides>7</Slides>
  <Notes>0</Notes>
  <HiddenSlides>0</HiddenSlides>
  <MMClips>0</MMClips>
  <ScaleCrop>false</ScaleCrop>
  <HeadingPairs>
    <vt:vector size="6" baseType="variant">
      <vt:variant>
        <vt:lpstr>Използвани шрифтове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Тема на Office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на PowerPoint</dc:title>
  <dc:creator>PC</dc:creator>
  <cp:lastModifiedBy>PC</cp:lastModifiedBy>
  <cp:revision>2</cp:revision>
  <dcterms:created xsi:type="dcterms:W3CDTF">2025-12-07T14:17:37Z</dcterms:created>
  <dcterms:modified xsi:type="dcterms:W3CDTF">2026-03-18T15:20:10Z</dcterms:modified>
</cp:coreProperties>
</file>