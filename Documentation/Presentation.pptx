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2" r:id="rId6"/>
    <p:sldId id="263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Подзаглавие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02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Контейнер за съдържани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68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Текстов контейне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/>
              <a:t>Редактиране на стиловете на текста в образеца</a:t>
            </a:r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058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Контейнер за съдържание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Контейнер за съдържание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5" name="Контейнер за 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849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Текстов контейне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Редактиране на стиловете на текста в образеца</a:t>
            </a:r>
          </a:p>
        </p:txBody>
      </p:sp>
      <p:sp>
        <p:nvSpPr>
          <p:cNvPr id="4" name="Контейнер за съдържание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5" name="Текстов контейне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Редактиране на стиловете на текста в образеца</a:t>
            </a:r>
          </a:p>
        </p:txBody>
      </p:sp>
      <p:sp>
        <p:nvSpPr>
          <p:cNvPr id="6" name="Контейнер за съдържание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7" name="Контейнер за 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Контейнер за долния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Контейнер за номер на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69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Контейнер за долния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Контейнер за номер на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90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Контейнер за долния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793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Контейнер за съдържание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Текстов контейне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bg-BG"/>
              <a:t>Редактиране на стиловете на текста в образеца</a:t>
            </a:r>
          </a:p>
        </p:txBody>
      </p:sp>
      <p:sp>
        <p:nvSpPr>
          <p:cNvPr id="5" name="Контейнер за 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86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Контейнер за картина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ов контейне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bg-BG"/>
              <a:t>Редактиране на стиловете на текста в образеца</a:t>
            </a:r>
          </a:p>
        </p:txBody>
      </p:sp>
      <p:sp>
        <p:nvSpPr>
          <p:cNvPr id="5" name="Контейнер за 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11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Контейнер за вертикален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97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но заглавие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Контейнер за вертикален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29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заглавие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Текстов контейне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bg-BG"/>
              <a:t>Редактиране на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016D9C-4D83-4D4F-BDD9-AD96C6A897D7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558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62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592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артина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9284"/>
            <a:ext cx="12192000" cy="687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04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920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03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артина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860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артина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838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186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13792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0</Words>
  <Application>Microsoft Office PowerPoint</Application>
  <PresentationFormat>Широк екран</PresentationFormat>
  <Paragraphs>0</Paragraphs>
  <Slides>7</Slides>
  <Notes>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на Office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на PowerPoint</dc:title>
  <dc:creator>PC</dc:creator>
  <cp:lastModifiedBy>PC</cp:lastModifiedBy>
  <cp:revision>8</cp:revision>
  <dcterms:created xsi:type="dcterms:W3CDTF">2025-12-07T14:17:37Z</dcterms:created>
  <dcterms:modified xsi:type="dcterms:W3CDTF">2026-03-23T22:01:46Z</dcterms:modified>
</cp:coreProperties>
</file>